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强调导数不仅是公式，更是理解动态世界的工具。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用生活化例子（如汽车速度、商品定价）引发兴趣。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先给宏观框架，再深入细节，避免一开始就陷入公式。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用图形辅助理解，强调极限过程是核心。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强调链式法则的“由外到内”逻辑，用例子演示。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用几何图形展示两者关系：微分是导数的线性化应用。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用诗意语言强调导数的哲学意义，激发思考。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引导学生动手计算，体会导数在决策中的实际价值。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回顾核心脉络，鼓励学习者继续深入。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鼓励讨论和计算，问题3可引出指数函数的特殊性质。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400" b="1">
                <a:solidFill>
                  <a:srgbClr val="D97706"/>
                </a:solidFill>
              </a:defRPr>
            </a:pPr>
            <a:r>
              <a:t>导数：从变化率到微积分的核心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理解变化的语言：导数如何描述瞬时变化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从斜率到极限：导数的基础概念与几何意义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适用人群：有一定数学基础的学习者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为什么学导数？—— 学习意义与应用场景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物理世界中的变化：速度、加速度、电流变化率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瞬时速度是位移对时间的导数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加速度是速度对时间的导数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经济与工程中的优化：边际成本、最大利润、最优设计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导数帮助找到函数极值点，解决最优化问题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机器学习的基础：梯度下降法依赖导数计算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损失函数对参数的导数指引模型更新方向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应用 / 优化 / 梯度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核心概念概览 —— 导数全景图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导数的定义：函数在某点的瞬时变化率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极限形式：f'(x) = lim_{h→0} [f(x+h)-f(x)]/h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几何意义：曲线在该点的切线斜率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基本求导法则：幂函数、乘积、链式法则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高阶导数：二阶导数描述曲率或加速度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极限 / 切线 / 求导法则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导数的定义与几何意义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从平均变化率到瞬时变化率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平均变化率：割线斜率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瞬时变化率：h→0时的极限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切线斜率：导数 f'(x) 等于曲线在点 (x, f(x)) 处的切线斜率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可导与连续的关系：可导必连续，连续不一定可导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反例：绝对值函数在 x=0 处连续但不可导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极限 / 切线 / 可导性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基本求导法则与常见函数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幂函数法则：d/dx (x^n) = n x^{n-1}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常数与线性函数：d/dx (c) = 0，d/dx (kx) = 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乘积法则：(uv)' = u'v + uv'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链式法则：复合函数求导，如 d/dx sin(x^2) = 2x cos(x^2)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常见函数导数：sin, cos, e^x, ln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求导法则 / 链式法则 / 常见导数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t>导数 vs. 微分：概念对比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左栏：导数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定义：函数在某点的瞬时变化率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符号：f'(x) 或 dy/dx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几何：切线斜率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应用：速度、边际分析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右栏：微分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定义：函数增量的线性近似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符号：dy = f'(x) dx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几何：切线上的增量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应用：误差估计、近似计算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导数 / 微分 /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t>金句启发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i="1">
                <a:solidFill>
                  <a:srgbClr val="F1F5F9"/>
                </a:solidFill>
              </a:defRPr>
            </a:pPr>
            <a:r>
              <a:t>「“微积分是上帝的语言，而导数是它的动词。” —— 改编自伽利略」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97706"/>
                </a:solidFill>
              </a:defRPr>
            </a:pPr>
            <a:r>
              <a:t>— 导数让我们捕捉瞬间的变化，从静态走向动态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实战案例：用导数优化利润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问题：一家公司利润函数 P(x) = -2x^2 + 40x - 100，x为产量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步骤1：求导 P'(x) = -4x + 40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步骤2：令导数为0，得 x=10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步骤3：验证二阶导数 P''(x) = -4 &lt; 0，确认最大值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结果：产量10单位时利润最大，P(10)=100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优化 / 极值 / 利润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000" b="1">
                <a:solidFill>
                  <a:srgbClr val="D97706"/>
                </a:solidFill>
              </a:defRPr>
            </a:pPr>
            <a:r>
              <a:t>总结回顾与下一步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知识地图：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导数定义 → 几何意义 → 求导法则 → 应用（优化）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关键技能：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理解极限思想，掌握链式法则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能用导数分析函数增减性与极值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下一步建议：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学习积分（导数的逆运算）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探索多元函数的偏导数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D97706"/>
                </a:solidFill>
              </a:defRPr>
            </a:pPr>
            <a:r>
              <a:t>🔑 总结 / 知识地图 / 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思考题与练习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问题1：函数 f(x)=|x| 在 x=0 处可导吗？为什么？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问题2：已知 s(t)=t^3-6t^2+9t，求速度函数和加速度函数，并找出速度为零的时刻。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问题3：用导数解释为什么 e^x 的导数还是它自己？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练习 / 思考 / 巩固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